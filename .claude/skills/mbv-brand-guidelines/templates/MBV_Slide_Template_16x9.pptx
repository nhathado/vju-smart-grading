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0"/>
            <a:ext cx="4602175" cy="6858000"/>
          </a:xfrm>
          <a:prstGeom prst="rect">
            <a:avLst/>
          </a:prstGeom>
          <a:solidFill>
            <a:srgbClr val="8A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ar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097280"/>
            <a:ext cx="5120640" cy="5160960"/>
          </a:xfrm>
          <a:prstGeom prst="rect">
            <a:avLst/>
          </a:prstGeom>
        </p:spPr>
      </p:pic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2194560" cy="884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651760"/>
            <a:ext cx="6766560" cy="18288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Tiêu đề bài trình bày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63440"/>
            <a:ext cx="1097280" cy="54864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Phụ đề / đơn vị trình bày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CC743"/>
                </a:solidFill>
                <a:latin typeface="Liberation Sans"/>
                <a:ea typeface="Liberation Sans"/>
                <a:cs typeface="Liberation Sans"/>
              </a:rPr>
              <a:t>DD/MM/YYYY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r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3017520"/>
            <a:ext cx="4572000" cy="460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77440"/>
            <a:ext cx="8229600" cy="14630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Tên phần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023360"/>
            <a:ext cx="1097280" cy="54864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Mô tả ngắn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Tiêu đề slide nội dung</a:t>
            </a:r>
          </a:p>
        </p:txBody>
      </p:sp>
      <p:pic>
        <p:nvPicPr>
          <p:cNvPr id="4" name="Picture 3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6928"/>
            <a:ext cx="1188720" cy="4788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MBV · Ngân hàng TNHH MTV Việt Nam Hiện Đại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1153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•"/>
            </a:pPr>
            <a:r>
              <a:rPr sz="20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Ý chính thứ nhất</a:t>
            </a:r>
          </a:p>
          <a:p>
            <a:pPr marL="57150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–"/>
            </a:pPr>
            <a:r>
              <a:rPr sz="17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Ý phụ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•"/>
            </a:pPr>
            <a:r>
              <a:rPr sz="20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Ý chính thứ hai</a:t>
            </a: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Clr>
                <a:srgbClr val="B61D22"/>
              </a:buClr>
              <a:buFont typeface="Liberation Sans"/>
              <a:buChar char="•"/>
            </a:pPr>
            <a:r>
              <a:rPr sz="20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Ý chính thứ ba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So sánh hai nhóm</a:t>
            </a:r>
          </a:p>
        </p:txBody>
      </p:sp>
      <p:pic>
        <p:nvPicPr>
          <p:cNvPr id="4" name="Picture 3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6928"/>
            <a:ext cx="1188720" cy="4788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MBV · Ngân hàng TNHH MTV Việt Nam Hiện Đại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181447" cy="502920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81568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Nhóm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5181447" cy="365760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4724247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800"/>
              </a:spcAft>
              <a:buClr>
                <a:srgbClr val="B61D22"/>
              </a:buClr>
              <a:buFont typeface="Liberation Sans"/>
              <a:buChar char="•"/>
            </a:pPr>
            <a:r>
              <a:rPr sz="16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Điểm 1</a:t>
            </a:r>
          </a:p>
          <a:p>
            <a:pPr marL="285750" indent="-285750">
              <a:spcAft>
                <a:spcPts val="800"/>
              </a:spcAft>
              <a:buClr>
                <a:srgbClr val="B61D22"/>
              </a:buClr>
              <a:buFont typeface="Liberation Sans"/>
              <a:buChar char="•"/>
            </a:pPr>
            <a:r>
              <a:rPr sz="16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Điểm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0167" y="1737360"/>
            <a:ext cx="5181447" cy="502920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1737360"/>
            <a:ext cx="481568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Nhóm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2240280"/>
            <a:ext cx="5181447" cy="365760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2468880"/>
            <a:ext cx="4724247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800"/>
              </a:spcAft>
              <a:buClr>
                <a:srgbClr val="B61D22"/>
              </a:buClr>
              <a:buFont typeface="Liberation Sans"/>
              <a:buChar char="•"/>
            </a:pPr>
            <a:r>
              <a:rPr sz="16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Điểm 1</a:t>
            </a:r>
          </a:p>
          <a:p>
            <a:pPr marL="285750" indent="-285750">
              <a:spcAft>
                <a:spcPts val="800"/>
              </a:spcAft>
              <a:buClr>
                <a:srgbClr val="B61D22"/>
              </a:buClr>
              <a:buFont typeface="Liberation Sans"/>
              <a:buChar char="•"/>
            </a:pPr>
            <a:r>
              <a:rPr sz="16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Điểm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Chỉ số chính</a:t>
            </a:r>
          </a:p>
        </p:txBody>
      </p:sp>
      <p:pic>
        <p:nvPicPr>
          <p:cNvPr id="4" name="Picture 3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6928"/>
            <a:ext cx="1188720" cy="4788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MBV · Ngân hàng TNHH MTV Việt Nam Hiện Đại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423818" cy="2743200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3423818" cy="73152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2966618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0.000 tỷ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296661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Chỉ số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3938" y="1920240"/>
            <a:ext cx="3423818" cy="274320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3938" y="1920240"/>
            <a:ext cx="3423818" cy="73152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2538" y="2377440"/>
            <a:ext cx="2966618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B61D22"/>
                </a:solidFill>
                <a:latin typeface="Liberation Sans"/>
                <a:ea typeface="Liberation Sans"/>
                <a:cs typeface="Liberation Sans"/>
              </a:rPr>
              <a:t>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3657600"/>
            <a:ext cx="296661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Chỉ số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7796" y="1920240"/>
            <a:ext cx="3423818" cy="274320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7796" y="1920240"/>
            <a:ext cx="3423818" cy="73152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6396" y="2377440"/>
            <a:ext cx="2966618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B61D22"/>
                </a:solidFill>
                <a:latin typeface="Liberation Sans"/>
                <a:ea typeface="Liberation Sans"/>
                <a:cs typeface="Liberation Sans"/>
              </a:rPr>
              <a:t>0.000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657600"/>
            <a:ext cx="296661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Chỉ số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Ghi chú nguồn số liệu.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Liberation Sans"/>
                <a:ea typeface="Liberation Sans"/>
                <a:cs typeface="Liberation Sans"/>
              </a:rPr>
              <a:t>Bảng số liệu</a:t>
            </a:r>
          </a:p>
        </p:txBody>
      </p:sp>
      <p:pic>
        <p:nvPicPr>
          <p:cNvPr id="4" name="Picture 3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6928"/>
            <a:ext cx="1188720" cy="4788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MBV · Ngân hàng TNHH MTV Việt Nam Hiện Đại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70"/>
                </a:solidFill>
                <a:latin typeface="Liberation Sans"/>
                <a:ea typeface="Liberation Sans"/>
                <a:cs typeface="Liberation Sans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37360"/>
          <a:ext cx="10911535" cy="1828800"/>
        </p:xfrm>
        <a:graphic>
          <a:graphicData uri="http://schemas.openxmlformats.org/drawingml/2006/table">
            <a:tbl>
              <a:tblPr firstRow="0" bandRow="0"/>
              <a:tblGrid>
                <a:gridCol w="3637178"/>
                <a:gridCol w="3637178"/>
                <a:gridCol w="3637179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Chỉ tiêu</a:t>
                      </a:r>
                    </a:p>
                  </a:txBody>
                  <a:tcPr anchor="ctr">
                    <a:solidFill>
                      <a:srgbClr val="B61D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Kỳ trước</a:t>
                      </a:r>
                    </a:p>
                  </a:txBody>
                  <a:tcPr anchor="ctr">
                    <a:solidFill>
                      <a:srgbClr val="B61D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Kỳ này</a:t>
                      </a:r>
                    </a:p>
                  </a:txBody>
                  <a:tcPr anchor="ctr">
                    <a:solidFill>
                      <a:srgbClr val="B61D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Chỉ tiêu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Chỉ tiêu B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anchor="ctr">
                    <a:solidFill>
                      <a:srgbClr val="F4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Chỉ tiêu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1C1C1E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6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r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280160"/>
            <a:ext cx="4754880" cy="4792320"/>
          </a:xfrm>
          <a:prstGeom prst="rect">
            <a:avLst/>
          </a:prstGeom>
        </p:spPr>
      </p:pic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2194560" cy="884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743200"/>
            <a:ext cx="6858000" cy="10972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Xin cảm ơn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1097280" cy="54864"/>
          </a:xfrm>
          <a:prstGeom prst="rect">
            <a:avLst/>
          </a:prstGeom>
          <a:solidFill>
            <a:srgbClr val="FCC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Liên hệ: email@mbv.com.vn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